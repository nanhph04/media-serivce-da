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82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0024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62088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74152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86216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10344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">
            <a:off x="7772400" y="1143000"/>
            <a:ext cx="2560320" cy="1874520"/>
          </a:xfrm>
          <a:prstGeom prst="chevron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">
            <a:off x="8915400" y="2834640"/>
            <a:ext cx="2331720" cy="1700784"/>
          </a:xfrm>
          <a:prstGeom prst="chevron">
            <a:avLst/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TỐT NGHIỆP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1143000"/>
            <a:ext cx="7360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VÀ XÂY DỰNG HỆ THỐNG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LÝ &amp; PHÂN PHỐI MEDIA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85800" y="27706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Dựa trên kiến trúc phân tán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" y="3401568"/>
            <a:ext cx="251460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307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thực hiện: Phạm Nhật Anh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Lớp: 64CNTT.NB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Năm: 2026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066544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419856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Redis/BullMQ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773168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126480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716768" y="587959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 đặt ra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Economy cần nền tảng media có khả năng mở rộng độc lập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31720" y="1645920"/>
            <a:ext cx="297180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645920"/>
            <a:ext cx="2971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84708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tăng nhanh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9464" y="2212848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ngày hệ thống phải tiếp nhận, lưu trữ và phân phối lượng lớn video từ nhà sáng tạo.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1645920"/>
            <a:ext cx="297180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645920"/>
            <a:ext cx="29718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9864" y="184708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vụ nặng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9864" y="2212848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Upload, transcoding, moderation và streaming tạo tải không đều giữa các chức năng.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32520" y="1645920"/>
            <a:ext cx="269748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32520" y="1645920"/>
            <a:ext cx="26974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0264" y="184708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monolith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0264" y="2212848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điểm nghẽn có thể kéo theo downtime toàn hệ thống và tăng chi phí vận hành.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07792" y="4846320"/>
            <a:ext cx="7818120" cy="658368"/>
          </a:xfrm>
          <a:prstGeom prst="roundRect">
            <a:avLst>
              <a:gd name="adj" fmla="val 555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5065776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tiêu: mở rộng cục bộ, chịu lỗi tốt, vẫn kiểm soát được chi phí hạ tầng.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Giải pháp: Microservices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tách theo năng lực nghiệp vụ, giao tiếp qua Gateway và event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956048" y="1508760"/>
            <a:ext cx="2103120" cy="749808"/>
          </a:xfrm>
          <a:prstGeom prst="roundRect">
            <a:avLst>
              <a:gd name="adj" fmla="val 4878"/>
            </a:avLst>
          </a:prstGeom>
          <a:solidFill>
            <a:srgbClr val="EFF6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655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2352" y="19476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Định tuyến, auth context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160520" y="3200400"/>
            <a:ext cx="228600" cy="-8961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triangl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468880" y="28803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026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15184" y="33192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JWT, OAuth2, user state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007608" y="2267712"/>
            <a:ext cx="-658368" cy="173736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4005072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1513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44439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Channel, video metadata, HLS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007608" y="2267712"/>
            <a:ext cx="1399032" cy="612648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28803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026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75704" y="33192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Worker, FFmpeg jobs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007608" y="2267712"/>
            <a:ext cx="3456432" cy="173736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86800" y="4005072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41513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33104" y="44439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 review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6007608" y="2267712"/>
            <a:ext cx="4187952" cy="-73152"/>
          </a:xfrm>
          <a:prstGeom prst="line">
            <a:avLst/>
          </a:prstGeom>
          <a:noFill/>
          <a:ln w="15875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18320" y="21945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23408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64624" y="26334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Coin, ledger, payout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2971800" y="5532120"/>
            <a:ext cx="7635240" cy="475488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5687568"/>
            <a:ext cx="7269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cho Integration Events  •  Redis/BullMQ cho background jobs  •  PostgreSQL riêng theo service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Nền tảng công nghệ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công nghệ gắn với một vai trò vận hành cụ thể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NestJS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7919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TypeScript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803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81228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7687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96112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2571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Storage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251460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14600" y="3154680"/>
            <a:ext cx="23774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5234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service sở hữu database độc lập để giảm coupling dữ liệu.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66360" y="3154680"/>
            <a:ext cx="23774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Redis/BullMQ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0410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phối background jobs cho xử lý video.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1812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18120" y="3154680"/>
            <a:ext cx="23774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586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586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Integration Events giữa các services.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69880" y="3154680"/>
            <a:ext cx="914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69880" y="3154680"/>
            <a:ext cx="9144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07624" y="335584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07624" y="372160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+ Local.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xử lý Media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upload khỏi xử lý nặng bằng hàng đợi bất đồng bộ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3172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7802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Multipart video gốc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77647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6110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object gốc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55955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88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BullMQ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4418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Đưa job vào worker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4263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FFmpeg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2726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Transcode thành HLS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12571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6404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1034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từng segment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880360" y="4251960"/>
            <a:ext cx="78181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80360" y="4251960"/>
            <a:ext cx="78181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18104" y="4453128"/>
            <a:ext cx="7342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trải nghiệm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18104" y="4818888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xem không cần đợi tải toàn bộ file lớn; hệ thống có thể tăng worker xử lý video độc lập với phần API.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Tích hợp trí tuệ nhân tạo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AI: dùng cloud cho sáng tạo, local cho kiểm duyệt nhạy cảm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45920"/>
            <a:ext cx="397764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45920"/>
            <a:ext cx="39776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84708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AI - ZAI Copilot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2212848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động gợi ý tiêu đề và mô tả video cho nhà sáng tạo thông qua API.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645920"/>
            <a:ext cx="397764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645920"/>
            <a:ext cx="39776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184708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 - Moderation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41464" y="2212848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Cắt frame, phân tích NSFW nội bộ trước khi cho phép xuất bản video.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5230368"/>
            <a:ext cx="6217920" cy="475488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5394960"/>
            <a:ext cx="5870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điểm: bảo vệ quyền riêng tư video gốc và tối ưu chi phí hạ tầng.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Cơ chế kinh tế ảo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tiền thật khỏi giao dịch nội bộ để giảm rủi ro và tăng kiểm soát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97480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43784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Nạp/rút tiền thật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389120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82312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28616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Đơn vị nội bộ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473952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67144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13448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Double-entry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558784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51976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98280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request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2971800" y="3767328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Tiền pháp định chỉ xuất hiện ở hai điểm: nạp vào và rút ra.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tương tác trong hệ thống dùng Coin nội bộ.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Sổ cái kép giúp truy vết và tránh sai lệch tài sản.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Đồng bộ dữ liệu phân tán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giúp các service phản ứng mà không gọi API trực tiếp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2240280"/>
            <a:ext cx="164592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386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15184" y="26791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khóa user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164592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86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64024" y="26791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user.banned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812280" y="1600200"/>
            <a:ext cx="173736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7465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58584" y="20391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Đóng băng ví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812280" y="2971800"/>
            <a:ext cx="173736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1181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58584" y="34107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Ẩn toàn bộ video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0" y="2240280"/>
            <a:ext cx="1664208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238658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90304" y="2679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Nhất quán cuối cùng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4133088" y="2670048"/>
            <a:ext cx="45720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91072" y="2670048"/>
            <a:ext cx="493776" cy="-6583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91072" y="2670048"/>
            <a:ext cx="493776" cy="7315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77072" y="2029968"/>
            <a:ext cx="539496" cy="4572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77072" y="3401568"/>
            <a:ext cx="539496" cy="-54864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63240" y="4892040"/>
            <a:ext cx="7269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4892040"/>
            <a:ext cx="72694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5093208"/>
            <a:ext cx="6793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điệp chính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00984" y="5458968"/>
            <a:ext cx="679399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theo eventId giúp consumer xử lý an toàn khi event bị gửi lại.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Định danh &amp; phân quyền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nhóm người dùng rõ ràng, được bảo vệ bằng JWT/OAuth2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64208"/>
            <a:ext cx="25603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HLS, nạp Coin, mua hội viên, mở khóa nội dung.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664208"/>
            <a:ext cx="256032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241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Studio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241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Tải video, quản lý kênh, xem doanh thu, yêu cầu rút tiền.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1664208"/>
            <a:ext cx="256032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959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959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danh mục, duyệt payout, khóa/mở tài khoản vi phạm.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5257800"/>
            <a:ext cx="6080760" cy="438912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5404104"/>
            <a:ext cx="576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truyền user context xuống service bằng header nội bộ.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Giao diện cốt lõi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 màn hình nên chèn ảnh thật sau khi quay demo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00200"/>
            <a:ext cx="40690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video HLS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491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video player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600200"/>
            <a:ext cx="406908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Studio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975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upload video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trị &amp; tài chính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 họa rõ hai luồng quan trọng: nạp tiền và vận hành admin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00200"/>
            <a:ext cx="40690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PayOS nạp tiền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491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QR payment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600200"/>
            <a:ext cx="4069080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quản lý ví/người dùng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975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admin dashboard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&amp; rút kinh nghiệm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Tóm tắt giá trị kỹ thuật của hệ thống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97480" y="1691640"/>
            <a:ext cx="8366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thiện hệ thống phân phối nội dung số theo hướng độc lập service và chịu lỗi tốt.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 lý media bất đồng bộ với MinIO, BullMQ, FFmpeg và HLS.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Đồng bộ dữ liệu phân tán bằng event để giảm phụ thuộc giữa services.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Nâng cao kỹ năng debug xuyên suốt container, hàng đợi và luồng sự kiện.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315968"/>
            <a:ext cx="7818120" cy="0"/>
          </a:xfrm>
          <a:prstGeom prst="line">
            <a:avLst/>
          </a:prstGeom>
          <a:noFill/>
          <a:ln w="15240">
            <a:solidFill>
              <a:srgbClr val="DD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473659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XIN TRÂN TRỌNG CẢM ƠN HỘI ĐỒNG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423160" y="53583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Mời quý thầy cô đặt câu hỏi.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Distributed Media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và xây dựng hệ thống quản lý và phân phối media</dc:title>
  <dc:subject>Đồ án tốt nghiệp</dc:subject>
  <dc:creator>Codex</dc:creator>
  <cp:lastModifiedBy>Codex</cp:lastModifiedBy>
  <cp:revision>1</cp:revision>
  <dcterms:created xsi:type="dcterms:W3CDTF">2026-07-05T03:35:13Z</dcterms:created>
  <dcterms:modified xsi:type="dcterms:W3CDTF">2026-07-05T03:35:13Z</dcterms:modified>
</cp:coreProperties>
</file>