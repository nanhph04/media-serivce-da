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498080" y="-685800"/>
            <a:ext cx="4937760" cy="4937760"/>
          </a:xfrm>
          <a:prstGeom prst="arc">
            <a:avLst/>
          </a:prstGeom>
          <a:solidFill>
            <a:srgbClr val="DBEAFE">
              <a:alpha val="88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900000">
            <a:off x="8229600" y="4160520"/>
            <a:ext cx="4114800" cy="9144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8778240" y="2148840"/>
            <a:ext cx="1280160" cy="10972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583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ĐỒ ÁN TỐT NGHIỆP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4944" y="1097280"/>
            <a:ext cx="7498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THIẾT KẾ VÀ XÂY DỰNG HỆ THỐNG  QUẢN LÝ VÀ PHÂN PHỐI MEDIA  DỰA TRÊN KIẾN TRÚC PHÂN TÁN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13232" y="3337560"/>
            <a:ext cx="29260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703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Sinh viên thực hiện: Phạm Nhật Anh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Lớp: 64CNTT.NB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Năm: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512064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52303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NestJS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84832" y="512064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52303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Kafka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56432" y="512064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52303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28032" y="512064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52303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MinIO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080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Bối cảnh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Bài toán đặt ra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755648"/>
            <a:ext cx="521208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755648"/>
            <a:ext cx="73152" cy="3520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2024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Thực trạng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4809744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Creator Economy tạo ra khối lượng lớn video mỗi ngày. Hệ thống cần xử lý, lưu trữ và phân phối nội dung liên tục với trải nghiệm ổn định.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755648"/>
            <a:ext cx="521208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755648"/>
            <a:ext cx="73152" cy="3520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92024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Giới hạn của Monolithic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64808" y="2286000"/>
            <a:ext cx="4809744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Khó mở rộng cục bộ khi upload/video processing quá tải; rủi ro single point of failure; chi phí máy chủ tăng khi xử lý tác vụ đa phương tiện nặng.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555955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Yêu cầu cốt lõi: mở rộng độc lập, chịu lỗi tốt, chi phí vận hành hợp lý.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Kiến trúc tổng quan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Giải pháp: Kiến trúc Microservices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8288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API Gateway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1618488"/>
            <a:ext cx="2971800" cy="749808"/>
          </a:xfrm>
          <a:prstGeom prst="roundRect">
            <a:avLst>
              <a:gd name="adj" fmla="val 6098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08192" y="2377440"/>
            <a:ext cx="-4416552" cy="71323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0120" y="3090672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1012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Identity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08192" y="2377440"/>
            <a:ext cx="-2194560" cy="196596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182112" y="4343400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45628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Media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08192" y="2377440"/>
            <a:ext cx="64008" cy="713232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3090672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331012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Processing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08192" y="2377440"/>
            <a:ext cx="2322576" cy="19659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99248" y="4343400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45628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Moderation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2377440"/>
            <a:ext cx="4544568" cy="713232"/>
          </a:xfrm>
          <a:prstGeom prst="line">
            <a:avLst/>
          </a:prstGeom>
          <a:noFill/>
          <a:ln w="19050">
            <a:solidFill>
              <a:srgbClr val="CA8A0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21240" y="3090672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331012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49040" y="5257800"/>
            <a:ext cx="4663440" cy="566928"/>
          </a:xfrm>
          <a:prstGeom prst="roundRect">
            <a:avLst>
              <a:gd name="adj" fmla="val 8065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5431536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91B2"/>
                </a:solidFill>
              </a:rPr>
              <a:t>Giao tiếp bất đồng bộ qua Kafka, Redis/BullMQ cho background jobs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Nền tảng công nghệ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69164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169164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856232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Ứng dụng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0976" y="2221992"/>
            <a:ext cx="467258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NestJS cho Backend TypeScript, Next.js cho Frontend.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69164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856232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Triển khai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0528" y="2221992"/>
            <a:ext cx="467258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Docker và Docker Compose tạo môi trường nội bộ nhất quán.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" y="379476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79476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959352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</a:rPr>
              <a:t>Dữ liệu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50976" y="4325112"/>
            <a:ext cx="467258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PostgreSQL độc lập theo service; MinIO lưu trữ object/video.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379476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379476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3959352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Sự kiện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10528" y="4325112"/>
            <a:ext cx="467258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Redis/BullMQ cho background jobs; Kafka cho Integration Events.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Media pipeline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Luồng xử lý Media bất đồng bộ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148840"/>
            <a:ext cx="1737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26771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Upload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5420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Multipart video gốc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78024" y="25603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44952" y="2148840"/>
            <a:ext cx="1737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8104" y="226771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MinIO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54680" y="25420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Object storage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09744" y="25603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76672" y="2148840"/>
            <a:ext cx="1737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226771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</a:rPr>
              <a:t>BullMQ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25420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Hàng đợi xử lý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141464" y="25603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08392" y="2148840"/>
            <a:ext cx="1737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81544" y="226771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FFmpeg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18120" y="25420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Transcoding HLS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473184" y="25603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40112" y="2148840"/>
            <a:ext cx="1737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13264" y="226771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Viewer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149840" y="25420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Streaming từng segment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05840" y="41605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Điểm chính: tác vụ nặng được đẩy ra background worker, người xem nhận HLS segment mượt hơn thay vì tải toàn bộ file lớn.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Hybrid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Tích hợp trí tuệ nhân tạo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691640"/>
            <a:ext cx="5166360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1691640"/>
            <a:ext cx="73152" cy="3337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856232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Cloud AI - ZAI Copilot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0976" y="2221992"/>
            <a:ext cx="4764024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Hỗ trợ nhà sáng tạo tự động sinh tiêu đề và mô tả video thông qua API.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2784" y="1691640"/>
            <a:ext cx="5166360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691640"/>
            <a:ext cx="73152" cy="3337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856232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Local AI - Moderation Service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73952" y="2221992"/>
            <a:ext cx="4764024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Model duyệt video NSFW chạy nội bộ; tự động cắt frame để phân tích nội dung trước khi xuất bản.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5394960"/>
            <a:ext cx="667512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5522976"/>
            <a:ext cx="6446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766E"/>
                </a:solidFill>
              </a:rPr>
              <a:t>Ưu điểm: bảo vệ quyền riêng tư video gốc và tối ưu chi phí hạ tầng.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Finance 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Cơ chế kinh tế ảo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011680"/>
            <a:ext cx="1965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1305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Nạp tiền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69848" y="240487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PayOS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44368" y="242316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03320" y="2011680"/>
            <a:ext cx="1965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21305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Coin nội bộ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3048" y="240487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Mua hội viên, mở khóa nội dung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687568" y="242316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2011680"/>
            <a:ext cx="1965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172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1305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Sổ cái kép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56248" y="240487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Ghi nhận debit/credit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430768" y="242316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9720" y="2011680"/>
            <a:ext cx="1965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2872" y="21305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</a:rPr>
              <a:t>Rút tiền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99448" y="240487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Creator yêu cầu payout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51560" y="37947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Hệ thống chỉ chạm tiền thật ở khâu nạp tiền và rút tiền.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 giao dịch nội bộ dùng Coin để đơn giản hóa trải nghiệm.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Double-entry giúp hạn chế sai lệch tài sản trong môi trường phân tán.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Event-driven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Đồng bộ dữ liệu phân tán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65960"/>
            <a:ext cx="21945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08483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Identity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Admin khóa tài khoản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03320" y="1965960"/>
            <a:ext cx="21945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208483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Kafka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3048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event: user.banned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537960" y="1417320"/>
            <a:ext cx="21488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53619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</a:rPr>
              <a:t>Finance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47688" y="181051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Đóng băng ví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37960" y="2743200"/>
            <a:ext cx="21488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86207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Media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47688" y="313639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Ẩn toàn bộ video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326880" y="1965960"/>
            <a:ext cx="20574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20848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Kết quả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36608" y="23591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Nhất quán cuối cùng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090672" y="2377440"/>
            <a:ext cx="5669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25312" y="2377440"/>
            <a:ext cx="566928" cy="-54864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25312" y="2377440"/>
            <a:ext cx="566928" cy="74980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32520" y="1828800"/>
            <a:ext cx="539496" cy="475488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32520" y="3127248"/>
            <a:ext cx="539496" cy="-64008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05156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Không gọi API trực tiếp giữa services khi có thể dùng event để giảm coupling.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Quản lý định danh &amp; phân quyền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691640"/>
            <a:ext cx="329184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691640"/>
            <a:ext cx="73152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85623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Viewer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4128" y="2221992"/>
            <a:ext cx="2889504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Xem video HLS, nạp Coin, mua hội viên.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691640"/>
            <a:ext cx="329184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691640"/>
            <a:ext cx="73152" cy="3246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185623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Creator Studio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36008" y="2221992"/>
            <a:ext cx="2889504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Tải video, quản lý kênh, xem doanh thu, yêu cầu rút tiền.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691640"/>
            <a:ext cx="329184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691640"/>
            <a:ext cx="73152" cy="3246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7888" y="185623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Admin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47888" y="2221992"/>
            <a:ext cx="2889504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Quản lý danh mục, duyệt yêu cầu rút tiền, khóa/mở tài khoản vi phạm.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5440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2033"/>
                </a:solidFill>
              </a:rPr>
              <a:t>Bảo mật API bằng JWT và OAuth2; quyền người dùng được truyền qua Gateway.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Demo giao diện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Giao diện cốt lõi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91640"/>
            <a:ext cx="498348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691640"/>
            <a:ext cx="4983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874520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Xem video HLS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Chèn ảnh màn hình demo tại đây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498348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691640"/>
            <a:ext cx="4983480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874520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Creator Studio tải video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20840" y="32461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Chèn ảnh màn hình demo tại đây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Demo giao diện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Giao diện quản trị &amp; tài chính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91640"/>
            <a:ext cx="498348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778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691640"/>
            <a:ext cx="4983480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874520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QR PayOS nạp tiền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Chèn ảnh màn hình demo tại đây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498348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778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691640"/>
            <a:ext cx="498348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874520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Admin quản lý ví/người dùng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20840" y="32461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Chèn ảnh màn hình demo tại đây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service presentation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384280" y="6629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Tổng kết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 &amp; rút kinh nghiệm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057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91640"/>
            <a:ext cx="9966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thiện hệ thống phân phối nội dung số theo hướng độc lập service và chịu lỗi tốt.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 lý media bất đồng bộ với MinIO, BullMQ, FFmpeg và HLS.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Đồng bộ dữ liệu phân tán bằng event để giảm phụ thuộc giữa services.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Nâng cao kỹ năng debug xuyên suốt container, hàng đợi và luồng sự kiện.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572000"/>
            <a:ext cx="8503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01091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XIN TRÂN TRỌNG CẢM ƠN HỘI ĐỒNG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55321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4155"/>
                </a:solidFill>
              </a:rPr>
              <a:t>Mời quý thầy cô đặt câu hỏi.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Distributed Media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và xây dựng hệ thống quản lý và phân phối media</dc:title>
  <dc:subject>Đồ án tốt nghiệp</dc:subject>
  <dc:creator>Codex</dc:creator>
  <cp:lastModifiedBy>Codex</cp:lastModifiedBy>
  <cp:revision>1</cp:revision>
  <dcterms:created xsi:type="dcterms:W3CDTF">2026-07-05T03:15:16Z</dcterms:created>
  <dcterms:modified xsi:type="dcterms:W3CDTF">2026-07-05T03:15:16Z</dcterms:modified>
</cp:coreProperties>
</file>